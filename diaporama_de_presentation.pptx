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581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555406-1BF0-4FCF-978A-DBAA13E55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2400"/>
              </a:spcAft>
            </a:pPr>
            <a:r>
              <a:rPr lang="fr-FR" sz="4400" dirty="0"/>
              <a:t>Réseaux et applications réparties</a:t>
            </a:r>
            <a:br>
              <a:rPr lang="fr-FR" sz="4400" dirty="0"/>
            </a:br>
            <a:r>
              <a:rPr lang="fr-FR" sz="1200" dirty="0"/>
              <a:t> </a:t>
            </a:r>
            <a:br>
              <a:rPr lang="fr-FR" dirty="0"/>
            </a:br>
            <a:r>
              <a:rPr lang="fr-FR" b="1" dirty="0"/>
              <a:t>API Tennis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643749-1757-44BF-A39C-E09CC4F3F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1600" dirty="0"/>
              <a:t>Any LAFAYE et Jordan BOUTEILLÉ</a:t>
            </a:r>
          </a:p>
          <a:p>
            <a:r>
              <a:rPr lang="fr-FR" sz="1600" dirty="0"/>
              <a:t>ENSEIRB-MATMECA filière Réseaux et Systèmes d’Information</a:t>
            </a:r>
          </a:p>
        </p:txBody>
      </p:sp>
    </p:spTree>
    <p:extLst>
      <p:ext uri="{BB962C8B-B14F-4D97-AF65-F5344CB8AC3E}">
        <p14:creationId xmlns:p14="http://schemas.microsoft.com/office/powerpoint/2010/main" val="315531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ED1A5-C4A8-49E7-9EFB-D5320BDC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7CCD954-C495-4412-B687-90D954FAF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1136" y="863600"/>
            <a:ext cx="5130403" cy="5121275"/>
          </a:xfrm>
        </p:spPr>
      </p:pic>
    </p:spTree>
    <p:extLst>
      <p:ext uri="{BB962C8B-B14F-4D97-AF65-F5344CB8AC3E}">
        <p14:creationId xmlns:p14="http://schemas.microsoft.com/office/powerpoint/2010/main" val="11904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CA9F7-08F8-4CF1-9717-F121A182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Outils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E460DD-E738-42B9-92E8-A48F08A6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026" y="3766574"/>
            <a:ext cx="4036390" cy="208883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240EE1-681A-4D78-A017-50D86878E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299" y="1002594"/>
            <a:ext cx="3959402" cy="242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8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46E68D1-11E1-4C8E-BEF3-E99876B8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478" y="1123837"/>
            <a:ext cx="4760259" cy="4813895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D4A8C6C6-17A8-42B7-8A62-1D9FEEF8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conceptuel de données</a:t>
            </a:r>
          </a:p>
        </p:txBody>
      </p:sp>
    </p:spTree>
    <p:extLst>
      <p:ext uri="{BB962C8B-B14F-4D97-AF65-F5344CB8AC3E}">
        <p14:creationId xmlns:p14="http://schemas.microsoft.com/office/powerpoint/2010/main" val="444837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55CC5-3478-4E12-9465-873246A6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Démonstration numéro 1 :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75673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55CC5-3478-4E12-9465-873246A6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Démonstration numéro 2 : requête HTTP</a:t>
            </a:r>
          </a:p>
        </p:txBody>
      </p:sp>
    </p:spTree>
    <p:extLst>
      <p:ext uri="{BB962C8B-B14F-4D97-AF65-F5344CB8AC3E}">
        <p14:creationId xmlns:p14="http://schemas.microsoft.com/office/powerpoint/2010/main" val="90468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55CC5-3478-4E12-9465-873246A6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Démonstration numéro 3 : appels API externes</a:t>
            </a:r>
          </a:p>
        </p:txBody>
      </p:sp>
    </p:spTree>
    <p:extLst>
      <p:ext uri="{BB962C8B-B14F-4D97-AF65-F5344CB8AC3E}">
        <p14:creationId xmlns:p14="http://schemas.microsoft.com/office/powerpoint/2010/main" val="236607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8F5EC-ABC4-445D-8A8B-55F32998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séquence</a:t>
            </a:r>
          </a:p>
        </p:txBody>
      </p:sp>
    </p:spTree>
    <p:extLst>
      <p:ext uri="{BB962C8B-B14F-4D97-AF65-F5344CB8AC3E}">
        <p14:creationId xmlns:p14="http://schemas.microsoft.com/office/powerpoint/2010/main" val="2215462171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76</TotalTime>
  <Words>49</Words>
  <Application>Microsoft Office PowerPoint</Application>
  <PresentationFormat>Grand écran</PresentationFormat>
  <Paragraphs>10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Cadre</vt:lpstr>
      <vt:lpstr>Réseaux et applications réparties   API Tennis</vt:lpstr>
      <vt:lpstr>Présentation</vt:lpstr>
      <vt:lpstr>Outils</vt:lpstr>
      <vt:lpstr>Modèle conceptuel de données</vt:lpstr>
      <vt:lpstr>Démonstration numéro 1 : base de données</vt:lpstr>
      <vt:lpstr>Démonstration numéro 2 : requête HTTP</vt:lpstr>
      <vt:lpstr>Démonstration numéro 3 : appels API externes</vt:lpstr>
      <vt:lpstr>Diagramme de séquence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Réseaux et applications réparties   API Tennis</dc:title>
  <dc:creator>Any LAFAYE</dc:creator>
  <cp:lastModifiedBy>Any LAFAYE</cp:lastModifiedBy>
  <cp:revision>2</cp:revision>
  <dcterms:created xsi:type="dcterms:W3CDTF">2020-04-09T19:41:57Z</dcterms:created>
  <dcterms:modified xsi:type="dcterms:W3CDTF">2020-04-09T20:58:16Z</dcterms:modified>
</cp:coreProperties>
</file>